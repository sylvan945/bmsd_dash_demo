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1a1c18d0945f6" /><Relationship Type="http://schemas.openxmlformats.org/officeDocument/2006/relationships/extended-properties" Target="/docProps/app.xml" Id="R4040a07a85964a0d" /><Relationship Type="http://schemas.openxmlformats.org/officeDocument/2006/relationships/officeDocument" Target="/ppt/presentation.xml" Id="Re074dc10718446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501f4754d443aa"/>
  </p:sldMasterIdLst>
  <p:notesMasterIdLst>
    <p:notesMasterId xmlns:r="http://schemas.openxmlformats.org/officeDocument/2006/relationships" r:id="R6f4f03751d304973"/>
  </p:notesMasterIdLst>
  <p:sldIdLst>
    <p:sldId xmlns:r="http://schemas.openxmlformats.org/officeDocument/2006/relationships" id="256" r:id="R8c692d2ac80147b1"/>
    <p:sldId xmlns:r="http://schemas.openxmlformats.org/officeDocument/2006/relationships" id="257" r:id="R433cd8a3d76c4156"/>
    <p:sldId xmlns:r="http://schemas.openxmlformats.org/officeDocument/2006/relationships" id="258" r:id="R0ac8102e8e0b42b7"/>
    <p:sldId xmlns:r="http://schemas.openxmlformats.org/officeDocument/2006/relationships" id="259" r:id="R718813b017ce40fa"/>
    <p:sldId xmlns:r="http://schemas.openxmlformats.org/officeDocument/2006/relationships" id="260" r:id="R855bc581b8f248ee"/>
    <p:sldId xmlns:r="http://schemas.openxmlformats.org/officeDocument/2006/relationships" id="261" r:id="Re3ff6c285e9946bd"/>
    <p:sldId xmlns:r="http://schemas.openxmlformats.org/officeDocument/2006/relationships" id="262" r:id="Re93fc065c0ee455e"/>
    <p:sldId xmlns:r="http://schemas.openxmlformats.org/officeDocument/2006/relationships" id="263" r:id="R1c35c788828b411d"/>
    <p:sldId xmlns:r="http://schemas.openxmlformats.org/officeDocument/2006/relationships" id="264" r:id="R8360585588a74ee5"/>
    <p:sldId xmlns:r="http://schemas.openxmlformats.org/officeDocument/2006/relationships" id="265" r:id="R30e320c45274452d"/>
    <p:sldId xmlns:r="http://schemas.openxmlformats.org/officeDocument/2006/relationships" id="266" r:id="R4204aea407034e1d"/>
    <p:sldId xmlns:r="http://schemas.openxmlformats.org/officeDocument/2006/relationships" id="267" r:id="Rf59230ab8ccf4c32"/>
    <p:sldId xmlns:r="http://schemas.openxmlformats.org/officeDocument/2006/relationships" id="268" r:id="R1ba0ac70d3e049d2"/>
    <p:sldId xmlns:r="http://schemas.openxmlformats.org/officeDocument/2006/relationships" id="269" r:id="Rbd6be181145449e4"/>
    <p:sldId xmlns:r="http://schemas.openxmlformats.org/officeDocument/2006/relationships" id="270" r:id="Raf0bcbe933614aac"/>
    <p:sldId xmlns:r="http://schemas.openxmlformats.org/officeDocument/2006/relationships" id="271" r:id="R4f0d4fe06fac4cb3"/>
    <p:sldId xmlns:r="http://schemas.openxmlformats.org/officeDocument/2006/relationships" id="272" r:id="R40d7231d28b74344"/>
    <p:sldId xmlns:r="http://schemas.openxmlformats.org/officeDocument/2006/relationships" id="273" r:id="R7463fa0945f3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859e4b81748c8" /><Relationship Type="http://schemas.openxmlformats.org/officeDocument/2006/relationships/slideMaster" Target="/ppt/slideMasters/slideMaster1.xml" Id="R07501f4754d443aa" /><Relationship Type="http://schemas.openxmlformats.org/officeDocument/2006/relationships/notesMaster" Target="/ppt/notesMasters/notesMaster1.xml" Id="R6f4f03751d304973" /><Relationship Type="http://schemas.openxmlformats.org/officeDocument/2006/relationships/presProps" Target="/ppt/presProps.xml" Id="R46499fba3f294a3b" /><Relationship Type="http://schemas.openxmlformats.org/officeDocument/2006/relationships/tableStyles" Target="/ppt/tableStyles.xml" Id="R1bc2cfb902e148bf" /><Relationship Type="http://schemas.openxmlformats.org/officeDocument/2006/relationships/slide" Target="/ppt/slides/slide1.xml" Id="R8c692d2ac80147b1" /><Relationship Type="http://schemas.openxmlformats.org/officeDocument/2006/relationships/slide" Target="/ppt/slides/slide2.xml" Id="R433cd8a3d76c4156" /><Relationship Type="http://schemas.openxmlformats.org/officeDocument/2006/relationships/slide" Target="/ppt/slides/slide3.xml" Id="R0ac8102e8e0b42b7" /><Relationship Type="http://schemas.openxmlformats.org/officeDocument/2006/relationships/slide" Target="/ppt/slides/slide4.xml" Id="R718813b017ce40fa" /><Relationship Type="http://schemas.openxmlformats.org/officeDocument/2006/relationships/slide" Target="/ppt/slides/slide5.xml" Id="R855bc581b8f248ee" /><Relationship Type="http://schemas.openxmlformats.org/officeDocument/2006/relationships/slide" Target="/ppt/slides/slide6.xml" Id="Re3ff6c285e9946bd" /><Relationship Type="http://schemas.openxmlformats.org/officeDocument/2006/relationships/slide" Target="/ppt/slides/slide7.xml" Id="Re93fc065c0ee455e" /><Relationship Type="http://schemas.openxmlformats.org/officeDocument/2006/relationships/slide" Target="/ppt/slides/slide8.xml" Id="R1c35c788828b411d" /><Relationship Type="http://schemas.openxmlformats.org/officeDocument/2006/relationships/slide" Target="/ppt/slides/slide9.xml" Id="R8360585588a74ee5" /><Relationship Type="http://schemas.openxmlformats.org/officeDocument/2006/relationships/slide" Target="/ppt/slides/slide10.xml" Id="R30e320c45274452d" /><Relationship Type="http://schemas.openxmlformats.org/officeDocument/2006/relationships/slide" Target="/ppt/slides/slide11.xml" Id="R4204aea407034e1d" /><Relationship Type="http://schemas.openxmlformats.org/officeDocument/2006/relationships/slide" Target="/ppt/slides/slide12.xml" Id="Rf59230ab8ccf4c32" /><Relationship Type="http://schemas.openxmlformats.org/officeDocument/2006/relationships/slide" Target="/ppt/slides/slide13.xml" Id="R1ba0ac70d3e049d2" /><Relationship Type="http://schemas.openxmlformats.org/officeDocument/2006/relationships/slide" Target="/ppt/slides/slide14.xml" Id="Rbd6be181145449e4" /><Relationship Type="http://schemas.openxmlformats.org/officeDocument/2006/relationships/slide" Target="/ppt/slides/slide15.xml" Id="Raf0bcbe933614aac" /><Relationship Type="http://schemas.openxmlformats.org/officeDocument/2006/relationships/slide" Target="/ppt/slides/slide16.xml" Id="R4f0d4fe06fac4cb3" /><Relationship Type="http://schemas.openxmlformats.org/officeDocument/2006/relationships/slide" Target="/ppt/slides/slide17.xml" Id="R40d7231d28b74344" /><Relationship Type="http://schemas.openxmlformats.org/officeDocument/2006/relationships/slide" Target="/ppt/slides/slide18.xml" Id="R7463fa0945f3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5f644b8c96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171b2ee4ca4eac" /><Relationship Type="http://schemas.openxmlformats.org/officeDocument/2006/relationships/notesMaster" Target="/ppt/notesMasters/notesMaster1.xml" Id="Raa631660ba0a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19f04b72e4609" /><Relationship Type="http://schemas.openxmlformats.org/officeDocument/2006/relationships/notesMaster" Target="/ppt/notesMasters/notesMaster1.xml" Id="Rec8a051e39a2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3906b80a3499c" /><Relationship Type="http://schemas.openxmlformats.org/officeDocument/2006/relationships/notesMaster" Target="/ppt/notesMasters/notesMaster1.xml" Id="R1a95b752bec4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21fcd692344fec" /><Relationship Type="http://schemas.openxmlformats.org/officeDocument/2006/relationships/notesMaster" Target="/ppt/notesMasters/notesMaster1.xml" Id="Rbf1d7df9aa41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c1c06fd8341e5" /><Relationship Type="http://schemas.openxmlformats.org/officeDocument/2006/relationships/notesMaster" Target="/ppt/notesMasters/notesMaster1.xml" Id="Ra317746548cf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a51f6759148b4" /><Relationship Type="http://schemas.openxmlformats.org/officeDocument/2006/relationships/notesMaster" Target="/ppt/notesMasters/notesMaster1.xml" Id="R7ef5820cf98143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40dfdd19c54082" /><Relationship Type="http://schemas.openxmlformats.org/officeDocument/2006/relationships/notesMaster" Target="/ppt/notesMasters/notesMaster1.xml" Id="R55c281bf1d8341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1021bf65d4f02" /><Relationship Type="http://schemas.openxmlformats.org/officeDocument/2006/relationships/notesMaster" Target="/ppt/notesMasters/notesMaster1.xml" Id="Re8103558530e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be00415114c7e" /><Relationship Type="http://schemas.openxmlformats.org/officeDocument/2006/relationships/notesMaster" Target="/ppt/notesMasters/notesMaster1.xml" Id="Rbdd73c163ad247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67cbd8489b45fb" /><Relationship Type="http://schemas.openxmlformats.org/officeDocument/2006/relationships/notesMaster" Target="/ppt/notesMasters/notesMaster1.xml" Id="R9c17bb0b36344a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7030724677444c" /><Relationship Type="http://schemas.openxmlformats.org/officeDocument/2006/relationships/notesMaster" Target="/ppt/notesMasters/notesMaster1.xml" Id="R48a38933d1e749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968d620dfb454a" /><Relationship Type="http://schemas.openxmlformats.org/officeDocument/2006/relationships/notesMaster" Target="/ppt/notesMasters/notesMaster1.xml" Id="Rff4915a4b52a49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0ec35225cb4858" /><Relationship Type="http://schemas.openxmlformats.org/officeDocument/2006/relationships/notesMaster" Target="/ppt/notesMasters/notesMaster1.xml" Id="Rabac34ce06034d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d76049b8b846bc" /><Relationship Type="http://schemas.openxmlformats.org/officeDocument/2006/relationships/notesMaster" Target="/ppt/notesMasters/notesMaster1.xml" Id="Rba40da13599f49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29b78bb54e4d6d" /><Relationship Type="http://schemas.openxmlformats.org/officeDocument/2006/relationships/notesMaster" Target="/ppt/notesMasters/notesMaster1.xml" Id="R9aa28eaa1e364a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1ea5ec4ff346cd" /><Relationship Type="http://schemas.openxmlformats.org/officeDocument/2006/relationships/notesMaster" Target="/ppt/notesMasters/notesMaster1.xml" Id="Ra14780bc13304e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acebb3c281466c" /><Relationship Type="http://schemas.openxmlformats.org/officeDocument/2006/relationships/notesMaster" Target="/ppt/notesMasters/notesMaster1.xml" Id="R7ec23c6252d548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e3981f51b947ec" /><Relationship Type="http://schemas.openxmlformats.org/officeDocument/2006/relationships/notesMaster" Target="/ppt/notesMasters/notesMaster1.xml" Id="R7adf35e8e3c2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本專案將專案內的餐廳 JSON 資料整理成可搜尋、可視覺化的互動網站。本次介紹包含三個功能頁面、程式啟動與資料處理，以及模組拆分後各檔案的職責。</a:t>
            </a:r>
          </a:p>
          <a:p xmlns:a="http://schemas.openxmlformats.org/drawingml/2006/main">
            <a:r>
              <a:t>來源：README.md、app.py、requirements.txt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先說明使用者可以透過資料總覽理解分布，再查看單一店家，最後依用餐條件挑選餐廳。Dash 負責頁面元件與回呼，pandas 處理表格，Plotly 產生圖表。資料來源是本機 JSON，並非即時餐廳查詢服務。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requirements.txt</a:t>
            </a:r>
          </a:p>
          <a:p xmlns:a="http://schemas.openxmlformats.org/drawingml/2006/main">
            <a:r>
              <a:t>restaurant_dashboard/data.py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三個頁面各自有不同的搜尋與輸出，透過分頁切換顯示。資料總覽有完整搜尋與分頁，店家探索查看單店細節，餐廳規劃挑選時間與菜色。規劃頁的卡片可以直接跳至第二頁，顯示該店詳細資料。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restaurant_dashboard/layout.py</a:t>
            </a:r>
          </a:p>
          <a:p xmlns:a="http://schemas.openxmlformats.org/drawingml/2006/main">
            <a:r>
              <a:t>restaurant_dashboard/callbacks/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可以將架構分成啟動、資料、呈現與互動四個部分。app.py 呼叫 create_app 建立應用程式。data.py 首次匯入時讀取資料，各頁回呼讀取共用表格。layout 定義容器，figures 和 components 產生內容，callback 將新內容放回容器。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restaurant_dashboard/__init__.py</a:t>
            </a:r>
          </a:p>
          <a:p xmlns:a="http://schemas.openxmlformats.org/drawingml/2006/main">
            <a:r>
              <a:t>restaurant_dashboard/callbacks/__init__.py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app.py 維持精簡，提供 app 和 server。server 是 Dash 的底層 Flask 伺服器，部署入口仍可使用 app:server。create_app 指定專案根目錄的 assets，呼叫 build_layout，再註冊回呼。callbacks/__init__.py 統一註冊四個功能模組。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restaurant_dashboard/__init__.py</a:t>
            </a:r>
          </a:p>
          <a:p xmlns:a="http://schemas.openxmlformats.org/drawingml/2006/main">
            <a:r>
              <a:t>restaurant_dashboard/callbacks/__init__.py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config.py 使用專案根目錄建立絕對路徑，避免工作目錄不同造成資料找不到。RESULT_PAGE_SIZE 為 12，僅控制第一頁總覽的分頁。菜色代碼由 CUISINE_LABELS 轉成中文。兩個 JSON 分別提供基本資訊和補充營業時間。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restaurant_dashboard/config.py</a:t>
            </a:r>
          </a:p>
          <a:p xmlns:a="http://schemas.openxmlformats.org/drawingml/2006/main">
            <a:r>
              <a:t>restaurant_dashboard/data.py</a:t>
            </a:r>
          </a:p>
          <a:p xmlns:a="http://schemas.openxmlformats.org/drawingml/2006/main">
            <a:r>
              <a:t>restaurant_dashboard/callbacks/overview.py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load_restaurants 先讀取兩份 UTF-8 BOM JSON，建立以 RestaurantID 為鍵的營業時間查找表。主檔缺少時間文字時補齊。原始巢狀結構整理為 DataFrame 欄位，緯經度轉為數值。首次匯入執行一次，回呼不會每次重讀 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first_value 處理電話或地圖網址陣列，避免缺值存取錯誤。collect_urls 將不同形式的網址資料統一。social_platform 依網域判斷 Facebook、Instagram 等社群，網站欄位若本身是社群網址就歸入社群連結。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parse_time_ranges 用正規表示式擷取時間，統一不同冒號與連接符號，24 小時轉成 0 到 24。is_open_during 要求完整涵蓋選定用餐時段，跨午夜拆成深夜與凌晨判斷。這些資料不包含完整星期、例假日與即時營業狀態判斷，規劃結果仍應向店家確認。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restaurant_dashboard/time_utils.py</a:t>
            </a:r>
          </a:p>
          <a:p xmlns:a="http://schemas.openxmlformats.org/drawingml/2006/main">
            <a:r>
              <a:t>restaurant_dashboard/callbacks/planner.py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layout.py 建立三個頁面的控制項與圖表容器，元件 id 是回呼連接畫面的關鍵。dcc.Store 保存頁碼與導覽事件。components.py 抽出重複呈現的元素，result_card 可依參數加入查看詳細資料按鈕，詳細資料按鈕供規劃頁使用。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restaurant_dashboard/layout.py</a:t>
            </a:r>
          </a:p>
          <a:p xmlns:a="http://schemas.openxmlformats.org/drawingml/2006/main">
            <a:r>
              <a:t>restaurant_dashboard/components.py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圖表函式只接收已篩選的 DataFrame 或單店資料，由回呼決定傳入哪些餐廳。build_cuisine_pie 使用 Counter 計算分類標記，一間店可能有多個分類，因此圓餅比例是分類標記占比，不是互斥的店家占比。它實際由第一頁的 update_dashboard 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restaurant_dashboard/figures.py</a:t>
            </a:r>
          </a:p>
          <a:p xmlns:a="http://schemas.openxmlformats.org/drawingml/2006/main">
            <a:r>
              <a:t>restaurant_dashboard/callbacks/overview.py</a:t>
            </a:r>
          </a:p>
          <a:p xmlns:a="http://schemas.openxmlformats.org/drawingml/2006/main">
            <a:r>
              <a:t>restaurant_dashboard/callbacks/explorer.py</a:t>
            </a:r>
          </a:p>
          <a:p xmlns:a="http://schemas.openxmlformats.org/drawingml/2006/main">
            <a:r>
              <a:t>restaurant_dashboard/callbacks/planner.py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update_dashboard 是第一頁的主要函式，先套用條件，再用同一份 filtered 更新所有視覺區塊。排序維持城市、地區和店名的穩定順序。超出頁數時會限制在最後一頁。reset_filters 清除條件，update_page 在條件變更時回到第一頁。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restaurant_dashboard/callbacks/overview.py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店家探索初始不產生店家選單，使用者設定任一搜尋條件後才載入。update_explorer_restaurants 根據條件產生選項與選取值，跳轉時優先選指定的店家。update_restaurant_detail 顯示基本資料、社群與網站連結，以及聚焦地圖。空狀態有明確提示。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restaurant_dashboard/callbacks/explorer.py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update_planner 只有第三頁啟用時才建立結果。必須選定縣市，先保留資料中標示營業中的餐廳，再判斷用餐時間。已知時段必須完整涵蓋，時段缺漏仍保留並標成待確認。結果排序優先顯示時間確認符合的餐廳，完整展開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restaurant_dashboard/callbacks/planner.py</a:t>
            </a:r>
          </a:p>
          <a:p xmlns:a="http://schemas.openxmlformats.org/drawingml/2006/main">
            <a:r>
              <a:t>restaurant_dashboard/time_utils.py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navigation.py 的 switch_view 切換三個區塊的 display，讓已載入的元件保留。navigate_to_restaurant_detail 使用 ALL 模式匹配卡片按鈕，再從 ctx.triggered_id 取得店家 id。回呼更新第二頁條件與 Store，explorer 讀取 Store 後選定該店。加入 click_sequence 讓同一家店的重複點擊產生新事件。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restaurant_dashboard/callbacks/navigation.py</a:t>
            </a:r>
          </a:p>
          <a:p xmlns:a="http://schemas.openxmlformats.org/drawingml/2006/main">
            <a:r>
              <a:t>restaurant_dashboard/callbacks/explorer.py</a:t>
            </a:r>
          </a:p>
          <a:p xmlns:a="http://schemas.openxmlformats.org/drawingml/2006/main">
            <a:r>
              <a:t>restaurant_dashboard/components.py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用第一頁選擇縣市作為例子。頁面改變會觸發 Input，Dash 呼叫 update_dashboard。回呼從共用 DataFrame 篩選，再建立 Figure 和 HTML 卡片，最後透過 Output 更新畫面。State 可以提供目前狀態而不單獨觸發，這是頁碼與目前選取店家的用途。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restaurant_dashboard/callbacks/overview.py</a:t>
            </a:r>
          </a:p>
          <a:p xmlns:a="http://schemas.openxmlformats.org/drawingml/2006/main">
            <a:r>
              <a:t>restaurant_dashboard/data.py</a:t>
            </a:r>
          </a:p>
          <a:p xmlns:a="http://schemas.openxmlformats.org/drawingml/2006/main">
            <a:r>
              <a:t>restaurant_dashboard/figures.py</a:t>
            </a:r>
          </a:p>
          <a:p xmlns:a="http://schemas.openxmlformats.org/drawingml/2006/main">
            <a:r>
              <a:t>restaurant_dashboard/components.py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原始資料放 datasets，樣式放 assets/style.css。requirements 管理現有三個主要套件的版本範圍，README 提供啟動與模組用途。.gitignore 排除本機虛擬環境和 Python 快取。修改功能時依職責找檔案，例修改第一頁圓餅圖樣式看 figures，改第一頁篩選看 overview。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assets/style.css</a:t>
            </a:r>
          </a:p>
          <a:p xmlns:a="http://schemas.openxmlformats.org/drawingml/2006/main">
            <a:r>
              <a:t>requirements.txt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.gitignore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可先使用 pip install -r requirements.txt，再執行 python app.py。若使用本專案已建立的虛擬環境，改以 .venv/Scripts/python.exe 執行。展示時先用第一頁縣市篩選觀察所有圖表同步變化，再到第二頁搜尋店家，最後第三頁選時段並從卡片跳回詳情。資料營業中代表來源的 ServiceStatus，不能當作即時現場狀態，且週別和假日仍需確認。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專案來源：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restaurant_dashboard/data.py</a:t>
            </a:r>
          </a:p>
          <a:p xmlns:a="http://schemas.openxmlformats.org/drawingml/2006/main">
            <a:r>
              <a:t>restaurant_dashboard/callbacks/planner.py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592226b084e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fab5c6b244f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3a87d89744c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ff9e8402348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fd31d11494d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b41e208c4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5764FF-658E-4574-90B5-2DAC3E312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63AE65-6C65-4B3C-A562-C7922B2623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A0AE3B-8973-49CE-A890-0DAF8E0A2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2FDA8E-578B-4FF7-9618-187BE649A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E139C4-E8BA-45D6-A3CE-30EAE34F7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331F49-6B3A-4F22-B43C-0E2F5DD4D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BA0EE7-6D72-472B-A9A2-91BC92D59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9A07B2-A0AB-4874-8648-9AB6C9385D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664010-1DA3-4AB0-A93C-7B282D9C6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C03068-4840-41E2-A7A8-1F9B2EA2B7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2fa5133e849ad" /><Relationship Type="http://schemas.openxmlformats.org/officeDocument/2006/relationships/slideLayout" Target="/ppt/slideLayouts/slideLayout1.xml" Id="R5737387d045d436b" /><Relationship Type="http://schemas.openxmlformats.org/officeDocument/2006/relationships/slideLayout" Target="/ppt/slideLayouts/slideLayout2.xml" Id="R23dbd71e4e5b459f" /><Relationship Type="http://schemas.openxmlformats.org/officeDocument/2006/relationships/slideLayout" Target="/ppt/slideLayouts/slideLayout3.xml" Id="Rc7608e7f595e424c" /><Relationship Type="http://schemas.openxmlformats.org/officeDocument/2006/relationships/slideLayout" Target="/ppt/slideLayouts/slideLayout4.xml" Id="R8c8fb52c94bd43b4" /><Relationship Type="http://schemas.openxmlformats.org/officeDocument/2006/relationships/slideLayout" Target="/ppt/slideLayouts/slideLayout5.xml" Id="Rb60f1f42c0314e0c" /><Relationship Type="http://schemas.openxmlformats.org/officeDocument/2006/relationships/slideLayout" Target="/ppt/slideLayouts/slideLayout6.xml" Id="R3628d5c6972b4d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7387d045d436b"/>
    <p:sldLayoutId xmlns:r="http://schemas.openxmlformats.org/officeDocument/2006/relationships" id="2147483650" r:id="R23dbd71e4e5b459f"/>
    <p:sldLayoutId xmlns:r="http://schemas.openxmlformats.org/officeDocument/2006/relationships" id="2147483651" r:id="Rc7608e7f595e424c"/>
    <p:sldLayoutId xmlns:r="http://schemas.openxmlformats.org/officeDocument/2006/relationships" id="2147483652" r:id="R8c8fb52c94bd43b4"/>
    <p:sldLayoutId xmlns:r="http://schemas.openxmlformats.org/officeDocument/2006/relationships" id="2147483653" r:id="Rb60f1f42c0314e0c"/>
    <p:sldLayoutId xmlns:r="http://schemas.openxmlformats.org/officeDocument/2006/relationships" id="2147483654" r:id="R3628d5c6972b4d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e520a6c104f13" /><Relationship Type="http://schemas.openxmlformats.org/officeDocument/2006/relationships/notesSlide" Target="/ppt/notesSlides/notesSlide1.xml" Id="R3b40023c89854e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dadd79235423c" /><Relationship Type="http://schemas.openxmlformats.org/officeDocument/2006/relationships/notesSlide" Target="/ppt/notesSlides/notesSlide2.xml" Id="R58d8f3f86ecc4c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46ed1591e4ed7" /><Relationship Type="http://schemas.openxmlformats.org/officeDocument/2006/relationships/notesSlide" Target="/ppt/notesSlides/notesSlide3.xml" Id="R25806ca713ad42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4ac0b3bba4c24" /><Relationship Type="http://schemas.openxmlformats.org/officeDocument/2006/relationships/notesSlide" Target="/ppt/notesSlides/notesSlide4.xml" Id="R5a2735c2ab8443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d80f6a1e54ec6" /><Relationship Type="http://schemas.openxmlformats.org/officeDocument/2006/relationships/notesSlide" Target="/ppt/notesSlides/notesSlide5.xml" Id="R7734d58570b14a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fe71b3fed4a49" /><Relationship Type="http://schemas.openxmlformats.org/officeDocument/2006/relationships/notesSlide" Target="/ppt/notesSlides/notesSlide6.xml" Id="R66adad183a45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30c2142da4702" /><Relationship Type="http://schemas.openxmlformats.org/officeDocument/2006/relationships/notesSlide" Target="/ppt/notesSlides/notesSlide7.xml" Id="Rce839fc8ad6f4e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59e0721f7d4972" /><Relationship Type="http://schemas.openxmlformats.org/officeDocument/2006/relationships/notesSlide" Target="/ppt/notesSlides/notesSlide8.xml" Id="R7d376508058c4d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38f61478f4f00" /><Relationship Type="http://schemas.openxmlformats.org/officeDocument/2006/relationships/notesSlide" Target="/ppt/notesSlides/notesSlide9.xml" Id="Rfe3590c3b4674a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04c6618aa492a" /><Relationship Type="http://schemas.openxmlformats.org/officeDocument/2006/relationships/notesSlide" Target="/ppt/notesSlides/notesSlide10.xml" Id="R54a22adf7a51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980cd778c4cce" /><Relationship Type="http://schemas.openxmlformats.org/officeDocument/2006/relationships/notesSlide" Target="/ppt/notesSlides/notesSlide11.xml" Id="R329776716d78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eb404f87b4637" /><Relationship Type="http://schemas.openxmlformats.org/officeDocument/2006/relationships/notesSlide" Target="/ppt/notesSlides/notesSlide12.xml" Id="Rbe676cb9fcc049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cbb311381410e" /><Relationship Type="http://schemas.openxmlformats.org/officeDocument/2006/relationships/notesSlide" Target="/ppt/notesSlides/notesSlide13.xml" Id="Rac0da388c8d9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60c1707ce4961" /><Relationship Type="http://schemas.openxmlformats.org/officeDocument/2006/relationships/notesSlide" Target="/ppt/notesSlides/notesSlide14.xml" Id="R849d38d63b5f40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649b9fd194405" /><Relationship Type="http://schemas.openxmlformats.org/officeDocument/2006/relationships/notesSlide" Target="/ppt/notesSlides/notesSlide15.xml" Id="R9f3b7a85c1fb45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cc3b180f94a76" /><Relationship Type="http://schemas.openxmlformats.org/officeDocument/2006/relationships/notesSlide" Target="/ppt/notesSlides/notesSlide16.xml" Id="Ra4ff6288486744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cf045eeb145e7" /><Relationship Type="http://schemas.openxmlformats.org/officeDocument/2006/relationships/notesSlide" Target="/ppt/notesSlides/notesSlide17.xml" Id="Rea49f47b5a4a47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ce935ecbe4a56" /><Relationship Type="http://schemas.openxmlformats.org/officeDocument/2006/relationships/notesSlide" Target="/ppt/notesSlides/notesSlide18.xml" Id="Ra5c72e61825440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E13F8-6278-447A-BC94-A686BFF1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台灣餐廳資料探索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2E178-3333-4A87-BED5-AA18DAD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AEC8F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AEC8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0">
                <a:solidFill>
                  <a:srgbClr val="AEC8F9"/>
                </a:solidFill>
                <a:latin typeface="Microsoft JhengHei"/>
                <a:ea typeface="Microsoft JhengHei"/>
                <a:cs typeface="Microsoft JhengHei"/>
              </a:rPr>
              <a:t>專案介紹與程式架構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4DD2C-A080-4CD4-8304-99DABFA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rPr>
              <a:t>BUSINESS MANAGEMENT SOFTWARE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F6C6D-1333-4462-B790-B2FEF61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D8E5FC"/>
                </a:solidFill>
                <a:latin typeface="Microsoft JhengHei"/>
                <a:ea typeface="Microsoft JhengHei"/>
                <a:cs typeface="Microsoft JhengHei"/>
              </a:rPr>
              <a:t>Python / Dash / pandas / Plotly</a:t>
            </a:r>
          </a:p>
        </p:txBody>
      </p:sp>
    </p:spTree>
    <p:extLst>
      <p:ext uri="{BB962C8B-B14F-4D97-AF65-F5344CB8AC3E}">
        <p14:creationId xmlns:p14="http://schemas.microsoft.com/office/powerpoint/2010/main" val="1259597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2E9D8-B232-4E5F-9ACB-184D835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專案目的與技術組成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2948F-8670-455F-91DA-A5C617BB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C3829-FB7C-4E1A-BAA5-E4E8D95B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專案目的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89F0E-FFB9-4F1E-ADC3-82365E2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把餐廳資料轉成可搜尋、可比較的互動網站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49907-7AF7-4EBE-BC7E-7FE32257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Dash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9D7B-834A-418A-9F72-E3E6BACE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以 Python 建立頁面與控制項互動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35759-07BC-4761-AC41-7BFBD31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pandas 與 Plotly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F06CB-35D5-445B-8C4B-F9D165AA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整理表格資料，產生排行榜、圓餅圖與地圖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05494-3B93-428E-93F4-87218C3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本機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CAA8-68FB-4F42-B53F-C3CA360E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餐廳基本資料與結構化營業時間</a:t>
            </a:r>
          </a:p>
        </p:txBody>
      </p:sp>
    </p:spTree>
    <p:extLst>
      <p:ext uri="{BB962C8B-B14F-4D97-AF65-F5344CB8AC3E}">
        <p14:creationId xmlns:p14="http://schemas.microsoft.com/office/powerpoint/2010/main" val="658341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D3E2F-5ABE-4184-A338-0AF3931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三個功能頁面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FAD5-2455-446F-B386-5A7AB27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09A26-71A6-4DEC-95C0-6463BC3AB2D2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248150"/>
              </a:tblGrid>
              <a:tr h="904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頁面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使用者操作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主要輸出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第一頁：資料總覽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關鍵字、縣市、狀態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資料完整度與翻頁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摘要數字、排行榜、圓餅圖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餐廳地圖與結果卡片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第二頁：店家探索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縣市、關鍵字、菜色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選擇單一店家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店家基本資料、介紹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社群連結與單店地圖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第三頁：餐廳規劃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用餐時間、縣市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多選菜色類型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符合時間與待確認店家</a:t>
                      </a:r>
                    </a:p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結果地圖與詳細資料按鈕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28E16-0B55-44E0-B8AE-8A1D52F0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三個頁面共用同一份 RESTAURANTS 資料</a:t>
            </a:r>
          </a:p>
        </p:txBody>
      </p:sp>
    </p:spTree>
    <p:extLst>
      <p:ext uri="{BB962C8B-B14F-4D97-AF65-F5344CB8AC3E}">
        <p14:creationId xmlns:p14="http://schemas.microsoft.com/office/powerpoint/2010/main" val="1843781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16F62-CF4B-469D-BFB9-A97C12D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整體架構與模組分工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AC113-3E20-4120-B412-2A0A9C77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3F88F-62A6-48E0-B4F4-F125EF80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啟動與組裝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487F-DC52-42F6-A6D5-03005C2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app.py、restaurant_dashboard/__init__.py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DC6D4-E867-4492-8A10-EDCD62D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資料與規則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FC9B-652F-4E31-9839-5071DEC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config.py、data.py、time_utils.py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38BE-3A95-46CC-98CD-66FE1D93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畫面與內容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CCC1C-30E2-4CEB-92F1-1EC89C8A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layout.py、components.py、figures.py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7FC04-8F37-40B1-8383-F79EE50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互動與更新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7AE1-B631-4457-A15E-545FC75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callbacks/ 下的四個功能模組與註冊入口</a:t>
            </a:r>
          </a:p>
        </p:txBody>
      </p:sp>
    </p:spTree>
    <p:extLst>
      <p:ext uri="{BB962C8B-B14F-4D97-AF65-F5344CB8AC3E}">
        <p14:creationId xmlns:p14="http://schemas.microsoft.com/office/powerpoint/2010/main" val="1031327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E1DD-97E9-4609-A6A7-5BF028A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啟動入口與應用程式組裝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7112A-8D21-4B4A-953F-FBB45C79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89E1E-3D1F-41AC-968A-7009F775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app.py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66DD2-7BC5-45E4-BEC6-56E003E4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呼叫 create_app()，提供 app 與 server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直接執行時啟動開發伺服器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F0F75-D44B-4F43-BFA2-EF6BDA6D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套件 __init__.py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AC4E0-7263-4AD1-865D-24EAFE39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create_app() 建立 Dash、設定 assets 路徑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組合 layout 並註冊回呼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54E8-E51F-4B1E-A27D-2ECE770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callbacks/__init__.py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E39DF-4C04-4201-BBD7-59A263C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register_callbacks(app) 依序註冊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navigation、explorer、planner、overview</a:t>
            </a:r>
          </a:p>
        </p:txBody>
      </p:sp>
    </p:spTree>
    <p:extLst>
      <p:ext uri="{BB962C8B-B14F-4D97-AF65-F5344CB8AC3E}">
        <p14:creationId xmlns:p14="http://schemas.microsoft.com/office/powerpoint/2010/main" val="515434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F2579-D422-4719-984F-FEB4D396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資料來源與設定：config.py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FDD72-FA65-45E9-8DBA-9BA9DF4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2D698-26A4-4C63-86AD-2FEB91E8AF4F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設定或資料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DATA_FILE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datasets/RestaurantList.json，餐廳基本資料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SERVICE_TIME_FILE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datasets/RestaurantServiceTimeList.json，補充營業時段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RESULT_PAGE_SIZE =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資料總覽每頁顯示 12 筆結果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CUISINE_LABELS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將菜色分類代碼轉成中文名稱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A4E1E-E8C8-4748-A7E8-A849AF9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第三頁餐廳規劃會顯示全部符合結果</a:t>
            </a:r>
          </a:p>
        </p:txBody>
      </p:sp>
    </p:spTree>
    <p:extLst>
      <p:ext uri="{BB962C8B-B14F-4D97-AF65-F5344CB8AC3E}">
        <p14:creationId xmlns:p14="http://schemas.microsoft.com/office/powerpoint/2010/main" val="106304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BDFB8-FA9C-49B3-A1ED-864534B3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資料整理：data.py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DE6CD-A845-4BE0-A6A6-B1587B7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9A7D9-44F2-4E1F-A3CB-EBDB0C9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load_restaurants()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E27E6-BF8B-40DB-9791-A82AC00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讀取兩份 JSON，以 RestaurantID 補齊營業時間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D467C-E4C6-4D8E-89C5-66CA1106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巢狀資料攤平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3B88-DD96-4EF4-AE7D-72A31E50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整理 name、city、town、address、lat、lon 等欄位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90AC-C513-494D-A19C-CEA652D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共用搜尋欄位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82908-EAB0-4AEA-8A7F-D6AF3D8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將店名、地址與簡介合併為小寫 search_text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E8B7D-68D0-4772-93D7-6DA2806D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共用資料與選項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CE279-3AAB-4CBC-AD1B-5D0E8FC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RESTAURANTS、更新時間、縣市與菜色下拉選項</a:t>
            </a:r>
          </a:p>
        </p:txBody>
      </p:sp>
    </p:spTree>
    <p:extLst>
      <p:ext uri="{BB962C8B-B14F-4D97-AF65-F5344CB8AC3E}">
        <p14:creationId xmlns:p14="http://schemas.microsoft.com/office/powerpoint/2010/main" val="1514797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EB1A-E48D-40E3-91CB-503D022C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資料整理中的輔助函式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0A7DC-C168-4A8D-BBAC-F9A94DE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462DF-BC1E-4935-B005-F46BF948C7F1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348615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函式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處理問題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first_value()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從陣列安全取得第一筆欄位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電話或地圖網址字串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collect_urls()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整合字串與物件陣列格式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統一的網址清單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social_platform()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依網址網域辨識社群平台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平台名稱或 None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15A29-8714-476E-B245-B8FC9CC3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讓各頁使用整理後的欄位，減少重複處理原始資料</a:t>
            </a:r>
          </a:p>
        </p:txBody>
      </p:sp>
    </p:spTree>
    <p:extLst>
      <p:ext uri="{BB962C8B-B14F-4D97-AF65-F5344CB8AC3E}">
        <p14:creationId xmlns:p14="http://schemas.microsoft.com/office/powerpoint/2010/main" val="809542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80AC0-8C13-4495-B28E-646A2B3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營業時間工具：time_utils.py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E0800-2057-4381-A8EE-DFB4B64D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FEF6-ED69-428E-92C2-9D031A7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parse_time_ranges()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C83B8-383E-496E-857F-9902649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把「11:00–14:00」解析為 [(11.0, 14.0)]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68840-708C-45AF-86A8-826846F2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is_open_during()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FF8EC-CF54-47A6-B977-ED4E29A8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判斷營業時段是否完整涵蓋用餐時間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支援跨午夜營業時段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AE9B2-06E9-4A24-ACA4-843112B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format_time()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FB74B-3585-4E7E-86DB-2F131524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把 11.5 轉為「11:30」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0F2C8-7B71-4E2B-BFE6-399C54B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format_time_range()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267B-E417-40AB-85CC-D4AB3877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產生「11:30–13:30」等畫面標籤</a:t>
            </a:r>
          </a:p>
        </p:txBody>
      </p:sp>
    </p:spTree>
    <p:extLst>
      <p:ext uri="{BB962C8B-B14F-4D97-AF65-F5344CB8AC3E}">
        <p14:creationId xmlns:p14="http://schemas.microsoft.com/office/powerpoint/2010/main" val="1382451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3DFC-6B75-45ED-B908-26039D18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畫面配置與共用元件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FFFF-BB89-4451-892F-2EEA972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38718-C964-4ACF-BBAB-2E8004F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layout.py 與 components.py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61DE-1730-43FB-B63C-48EE046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build_layout() 建立分頁、控制項、圖表容器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以元件 id 連接回呼，dcc.Store 保存狀態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EF9B0-56B5-4E01-9080-D69780EB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metric_card()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6999F-95A2-4FD6-91DE-1ACA61B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建立摘要數字卡片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AFF2-32BF-470F-B01A-4FDF12A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result_card()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E4818-BACC-46BF-A2AB-138A037B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將一筆餐廳資料轉成卡片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規劃頁可加上查看店家詳細資料按鈕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C3E17-969A-4F9D-9C07-C3595F3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detail_field()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7AC00-F604-4E12-AE13-A4C9E248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統一詳細資料的標籤、值與缺漏提示</a:t>
            </a:r>
          </a:p>
        </p:txBody>
      </p:sp>
    </p:spTree>
    <p:extLst>
      <p:ext uri="{BB962C8B-B14F-4D97-AF65-F5344CB8AC3E}">
        <p14:creationId xmlns:p14="http://schemas.microsoft.com/office/powerpoint/2010/main" val="1232971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FB3F9-D97F-4577-86AB-83B670B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圖表產生器：figures.py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4CF5-C88A-4E12-9FB6-31642980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0B39E-5D7C-4426-80AE-257B0E9D1B9E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4048125"/>
                <a:gridCol w="253365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函式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圖表內容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使用頁面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build_ranking_figure()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縣市餐廳數水平長條圖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第一頁：資料總覽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build_cuisine_pie()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菜色分類標記比例圓餅圖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第一頁：資料總覽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build_map_figure()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多家餐廳分布地圖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第一頁與第三頁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build_detail_map()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聚焦單一店家的位置地圖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第二頁：店家探索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38C6-11B4-433F-B1B2-4B909DA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同一家餐廳可能有多個菜色分類，因此圓餅圖計算分類標記</a:t>
            </a:r>
          </a:p>
        </p:txBody>
      </p:sp>
    </p:spTree>
    <p:extLst>
      <p:ext uri="{BB962C8B-B14F-4D97-AF65-F5344CB8AC3E}">
        <p14:creationId xmlns:p14="http://schemas.microsoft.com/office/powerpoint/2010/main" val="1745224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C03A6-4B93-41BD-94DB-A73DDEDF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第一頁回呼：callbacks/overview.py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151BB-19C3-4131-8811-C5A0880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D4214-928A-4B0A-AE5D-DC947FB7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update_dashboard()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1BCD3-9A8D-4E4D-A744-6FFEA267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套用關鍵字、縣市、狀態與資料完整度條件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738C-2441-453D-A6E0-8A85A86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同步更新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D74ED-AF5C-4519-B105-AABD38E1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摘要數字、排行榜、圓餅圖、地圖與結果卡片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D243A-07DF-4138-B53C-B99AB96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update_page()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BB0D9-38CC-464B-AAA0-DA60E6A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下一頁／上一頁調整頁碼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搜尋條件改變時回到第一頁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80FAE-8730-4378-9CF7-F57828A3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reset_filters()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AB302-6059-4CA4-A2DE-98B78C23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將所有總覽搜尋控制項恢復初始狀態</a:t>
            </a:r>
          </a:p>
        </p:txBody>
      </p:sp>
    </p:spTree>
    <p:extLst>
      <p:ext uri="{BB962C8B-B14F-4D97-AF65-F5344CB8AC3E}">
        <p14:creationId xmlns:p14="http://schemas.microsoft.com/office/powerpoint/2010/main" val="755641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C9309-9FCA-4626-A2EC-CD0F1D18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第二頁回呼：callbacks/explorer.py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09DE5-63B7-4EDC-8B7E-1D8024C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E4B5-A96A-402F-96E2-C99655E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update_explorer_</a:t>
            </a:r>
          </a:p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restaurants()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E1329-4D60-4100-9D4F-F3BD366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依縣市、關鍵字與多選菜色產生店家選項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導覽時優先選取指定的 restaurant_id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5C6F-536B-4C77-A25F-B03AF3F3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update_restaurant_detail()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595E2-F85E-44C2-9BB6-FFF48280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037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更新地址、電話、營業時間與店家介紹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呈現社群連結、網站及單店地圖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750B6-16D7-40C0-8C55-737F56F8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初始狀態與空結果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61EA5-E880-4DE7-A03D-3FF381C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搜尋前顯示操作提示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搜尋後無結果時顯示查無店家訊息</a:t>
            </a:r>
          </a:p>
        </p:txBody>
      </p:sp>
    </p:spTree>
    <p:extLst>
      <p:ext uri="{BB962C8B-B14F-4D97-AF65-F5344CB8AC3E}">
        <p14:creationId xmlns:p14="http://schemas.microsoft.com/office/powerpoint/2010/main" val="17270160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0D537-92D0-41C7-92DB-000E974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第三頁回呼：callbacks/planner.py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6B5A-6CC3-4803-A818-57393D7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C6323-7D9D-4F4E-8FB3-98964E1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update_planner()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E7BA9-526D-4AB2-926F-5A8724F7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讀取分頁、用餐時間、縣市與菜色條件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B7029-09F9-4066-8685-C8D1B257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候選店家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89EB9-0577-4E8C-9A0C-30BDF531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7652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先保留資料中標示營業中的餐廳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已知時段須完整涵蓋，缺少時段列為待確認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C8F07-4983-4BF2-AEF9-0AB20116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結果呈現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F843A-AC16-4736-9569-1F35ED7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更新時間標籤、摘要、地圖與全部結果卡片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B4CF1-18E1-4AC7-80FE-1956393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載入控制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419BF-C44F-4D75-8232-65953907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第三頁未開啟時回傳 no_update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先選縣市，減少大量卡片造成的負擔</a:t>
            </a:r>
          </a:p>
        </p:txBody>
      </p:sp>
    </p:spTree>
    <p:extLst>
      <p:ext uri="{BB962C8B-B14F-4D97-AF65-F5344CB8AC3E}">
        <p14:creationId xmlns:p14="http://schemas.microsoft.com/office/powerpoint/2010/main" val="9565449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4E14E-597A-4D3D-8353-E9D519FB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導覽回呼：callbacks/navigation.py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4DB8E-0035-4807-A2AB-BC6A850B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1ED41-0D24-4BEF-8C4A-D932CF1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switch_view()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C1F7A-A7A6-43D1-951B-066E69C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切換三個分頁的顯示狀態，保留操作內容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E4706-6812-4828-9E25-3CCFDE6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navigate_to_restaurant_</a:t>
            </a:r>
          </a:p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detail()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F18E4-C516-44C7-B64C-F56B0A72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辨識被點擊卡片的 restaurant_id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B11FD-7C6D-4E87-9E23-E7E1A33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導覽狀態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9583A-5679-46F0-B564-950C371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切換至店家探索，設定縣市並清除其他篩選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97C48-6671-40E8-9F3E-E2FE1671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dcc.Store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83EEB-9364-48F7-B8D8-B2B20EC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保存 restaurant_id 與 click_sequence</a:t>
            </a:r>
          </a:p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讓第二頁選取指定店家</a:t>
            </a:r>
          </a:p>
        </p:txBody>
      </p:sp>
    </p:spTree>
    <p:extLst>
      <p:ext uri="{BB962C8B-B14F-4D97-AF65-F5344CB8AC3E}">
        <p14:creationId xmlns:p14="http://schemas.microsoft.com/office/powerpoint/2010/main" val="2056285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8D737-EB21-4F28-B253-8490076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一次搜尋的資料與互動流程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41A9-76C9-4E40-9E8A-95CC0715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09081-4031-42AF-9ECF-345E448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01 使用者操作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2F58D-19F8-4CC0-83C3-FA8AB21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在 layout.py 定義的縣市選單選擇一個縣市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6DAE3-AB23-41A1-A194-8EDCB6A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02 回呼接收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F6260-57FA-4161-A3DA-0430CA2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overview.py 的 update_dashboard() 取得搜尋條件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8F774-C6F4-41A9-9167-4154005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03 篩選並建立內容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62912-FF37-4793-A52B-E646081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篩選 RESTAURANTS，呼叫 figures 與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C62FD-87FF-4092-9D65-B9ADB7C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04 Output 更新畫面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880C2-0A15-4BA9-8EAA-454CA91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將數字、Figure 與卡片放回對應元件</a:t>
            </a:r>
          </a:p>
        </p:txBody>
      </p:sp>
    </p:spTree>
    <p:extLst>
      <p:ext uri="{BB962C8B-B14F-4D97-AF65-F5344CB8AC3E}">
        <p14:creationId xmlns:p14="http://schemas.microsoft.com/office/powerpoint/2010/main" val="12109310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38362-40B5-4CC5-B52F-D05C1A9C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其他專案檔案與維護位置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3827D-95FD-4F10-924D-893F0431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D5F-A5D7-4EA0-B4E2-4A7C3D60F77A}"/>
              </a:ext>
            </a:extLst>
          </p:cNvPr>
          <p:cNvGraphicFramePr/>
          <p:nvPr/>
        </p:nvGraphicFramePr>
        <p:xfrm>
          <a:off xmlns:a="http://schemas.openxmlformats.org/drawingml/2006/main" x="685800" y="16478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674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檔案或目錄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作用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datasets/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保存餐廳基本資料與營業時間 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assets/style.css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頁面樣式與不同裝置的版面呈現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requirements.txt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列出 Dash、pandas、Plotly 的版本範圍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README.md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啟動方法、功能說明與各模組的維護位置</a:t>
                      </a:r>
                    </a:p>
                  </a:txBody>
                  <a:tcPr marL="91440" marR="91440" marT="45720" marB="45720">
                    <a:solidFill>
                      <a:srgbClr val="F0F4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.gitignore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排除 .venv、__pycache__ 與 Python 編譯快取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7052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56C20-B70E-4B3E-955D-D696EFFA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42D4E"/>
                </a:solidFill>
                <a:latin typeface="Microsoft JhengHei"/>
                <a:ea typeface="Microsoft JhengHei"/>
                <a:cs typeface="Microsoft JhengHei"/>
              </a:rPr>
              <a:t>啟動與專案展示順序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06933-FBAD-4D95-A56D-5213772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E38B7-402A-4CCA-9CA6-0EAAE000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pip install -r requirements.txt</a:t>
            </a:r>
          </a:p>
          <a:p xmlns:a="http://schemas.openxmlformats.org/drawingml/2006/main">
            <a:pPr>
              <a:defRPr sz="23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python app.py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2DC53-331A-497C-81F8-855AD593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展示第一頁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8FC09-E03F-4C98-87F9-96B578F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以縣市篩選，觀察摘要、排行榜、圓餅圖與地圖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B3314-7CCD-47E3-BD37-5EFC255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展示第二頁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CA84-2728-436E-913F-668C4CC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搜尋店家，查看詳細資料、社群與單店地圖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1F992-A3FC-40A1-AD08-B472EF9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展示第三頁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3EE8D-E2BB-4315-840E-E098A8E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716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374D"/>
                </a:solidFill>
                <a:latin typeface="Microsoft JhengHei"/>
                <a:ea typeface="Microsoft JhengHei"/>
                <a:cs typeface="Microsoft JhengHei"/>
              </a:rPr>
              <a:t>設定用餐條件，再由卡片跳到店家詳細資料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D6A7B-1470-4354-A000-7D05666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2748A"/>
                </a:solidFill>
                <a:latin typeface="Microsoft JhengHei"/>
                <a:ea typeface="Microsoft JhengHei"/>
                <a:cs typeface="Microsoft JhengHei"/>
              </a:rPr>
              <a:t>資料反映來源檔案，營業時間與當日是否營業仍需向店家確認</a:t>
            </a:r>
          </a:p>
        </p:txBody>
      </p:sp>
    </p:spTree>
    <p:extLst>
      <p:ext uri="{BB962C8B-B14F-4D97-AF65-F5344CB8AC3E}">
        <p14:creationId xmlns:p14="http://schemas.microsoft.com/office/powerpoint/2010/main" val="90455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2026-10-11T09:30:36.4160000Z</dcterms:created>
  <dcterms:modified xsi:type="dcterms:W3CDTF">2026-10-11T09:30:36.4160000Z</dcterms:modified>
</coreProperties>
</file>